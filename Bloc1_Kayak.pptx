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RpKbBYb5zYLMrPNMhoHya77b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Medium-regular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italic.fntdata"/><Relationship Id="rId6" Type="http://schemas.openxmlformats.org/officeDocument/2006/relationships/slide" Target="slides/slide1.xml"/><Relationship Id="rId18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521bfe9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6521bfe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Quantité énergie perdues vs optimisation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Quantité énergie perdues vs optimisation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6521bfe9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Quantité énergie perdues vs optimisation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521bfe93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6521bfe9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Quantité énergie perdues vs optimisation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Valeur immédiate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Visibilité sur 3 jours → meilleure planification.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Anticipation des pics et baisses → réseau plus stable, délestage de l’hydro électrique au profit du solaire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Lecture régionale fine → priorisation des investissements ??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Outil d’aide à la décision clair et exploitable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Perspectives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Passage en temps réel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Ajout de la prévision intra day (données de prod RTE disponibles à la demi heure)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Enrichissement par données satellitaires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github.com/Sheikoh/Project_Kayak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735474" y="1889984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Kayak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735475" y="278604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1111"/>
              <a:buNone/>
            </a:pPr>
            <a: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Prévision de vacances selon la météo</a:t>
            </a:r>
            <a:endParaRPr sz="2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fr-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521bfe93_0_0"/>
          <p:cNvSpPr txBox="1"/>
          <p:nvPr>
            <p:ph idx="4294967295" type="ctrTitle"/>
          </p:nvPr>
        </p:nvSpPr>
        <p:spPr>
          <a:xfrm>
            <a:off x="1192672" y="403300"/>
            <a:ext cx="5184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9" name="Google Shape;109;g3d6521bfe93_0_0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d6521bfe9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6521bfe93_0_0"/>
          <p:cNvSpPr txBox="1"/>
          <p:nvPr>
            <p:ph idx="1" type="body"/>
          </p:nvPr>
        </p:nvSpPr>
        <p:spPr>
          <a:xfrm>
            <a:off x="362475" y="1071391"/>
            <a:ext cx="77922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Le projet Kayak cherche à trouver la meilleure destination de vacances partant d’une liste de villes donnée, de prédictions météos et d’informations sur des hôtels dans les villes étudiées.</a:t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Les données proviennent de: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-FR" sz="1400"/>
              <a:t>Météo: Openweathermap (API)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-FR" sz="1400"/>
              <a:t>GPS: Nominatim (API)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-FR" sz="1400"/>
              <a:t>Hôtels: Booking (scrapping)</a:t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12" name="Google Shape;112;g3d6521bfe93_0_0"/>
          <p:cNvSpPr txBox="1"/>
          <p:nvPr>
            <p:ph idx="12" type="sldNum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3" name="Google Shape;113;g3d6521bfe93_0_0"/>
          <p:cNvSpPr/>
          <p:nvPr/>
        </p:nvSpPr>
        <p:spPr>
          <a:xfrm>
            <a:off x="7733615" y="270191"/>
            <a:ext cx="1098600" cy="33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6521bfe93_0_0"/>
          <p:cNvSpPr txBox="1"/>
          <p:nvPr/>
        </p:nvSpPr>
        <p:spPr>
          <a:xfrm>
            <a:off x="7704792" y="313600"/>
            <a:ext cx="115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u="sng">
                <a:solidFill>
                  <a:schemeClr val="hlink"/>
                </a:solidFill>
                <a:hlinkClick r:id="rId4"/>
              </a:rPr>
              <a:t>Lien Github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g3d6521bfe93_0_0"/>
          <p:cNvCxnSpPr/>
          <p:nvPr/>
        </p:nvCxnSpPr>
        <p:spPr>
          <a:xfrm>
            <a:off x="7134931" y="440687"/>
            <a:ext cx="570000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idx="4294967295" type="ctrTitle"/>
          </p:nvPr>
        </p:nvSpPr>
        <p:spPr>
          <a:xfrm>
            <a:off x="1192663" y="403309"/>
            <a:ext cx="6961985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0" y="1071375"/>
            <a:ext cx="4447200" cy="3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Le projet Kayak cherche à prédire la meilleure destination de vacances partant d’une liste de villes donnée, de prédictions météos et d’informations sur des hôtels dans les villes étudiées.</a:t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Les données proviennent de: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-FR" sz="1400"/>
              <a:t>Météo: Openweathermap (API)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-FR" sz="1400"/>
              <a:t>GPS: Nominatim (API)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-FR" sz="1400"/>
              <a:t>Hôtels: Booking (scrapping)</a:t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fr-FR" sz="1400"/>
              <a:t>Les données sont stockées sur un datalke (s3) à l’extraction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fr-FR" sz="1400"/>
              <a:t>Les données sont nettoyées puis stockées dans une OLTP (NeonDB)</a:t>
            </a:r>
            <a:endParaRPr sz="1400"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25" name="Google Shape;1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375" y="2608484"/>
            <a:ext cx="4391999" cy="2255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38759" t="0"/>
          <a:stretch/>
        </p:blipFill>
        <p:spPr>
          <a:xfrm>
            <a:off x="4811175" y="173438"/>
            <a:ext cx="4295199" cy="23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/>
          <p:nvPr>
            <p:ph idx="4294967295" type="ctrTitle"/>
          </p:nvPr>
        </p:nvSpPr>
        <p:spPr>
          <a:xfrm>
            <a:off x="1192663" y="403309"/>
            <a:ext cx="6962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Sélection de la destination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6521bfe93_0_9"/>
          <p:cNvSpPr txBox="1"/>
          <p:nvPr>
            <p:ph idx="1" type="body"/>
          </p:nvPr>
        </p:nvSpPr>
        <p:spPr>
          <a:xfrm>
            <a:off x="362475" y="1071375"/>
            <a:ext cx="39372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Une fois les données récupérées, la première étape est de calculer un indicateur de météo pour chacune des villes étudiées et pour la période désirée.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Grâce à cela, une première carte peut être générée, classant les villes par valeur d’indicateur météo obtenue: </a:t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35" name="Google Shape;135;g3d6521bfe93_0_9"/>
          <p:cNvSpPr txBox="1"/>
          <p:nvPr>
            <p:ph idx="12" type="sldNum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36" name="Google Shape;136;g3d6521bfe93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350" y="0"/>
            <a:ext cx="3594810" cy="47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521bfe93_0_19"/>
          <p:cNvSpPr txBox="1"/>
          <p:nvPr>
            <p:ph idx="4294967295" type="ctrTitle"/>
          </p:nvPr>
        </p:nvSpPr>
        <p:spPr>
          <a:xfrm>
            <a:off x="1192663" y="403309"/>
            <a:ext cx="6962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Sélection de l’hôtel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2" name="Google Shape;142;g3d6521bfe93_0_1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d6521bfe93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d6521bfe93_0_19"/>
          <p:cNvSpPr txBox="1"/>
          <p:nvPr>
            <p:ph idx="1" type="body"/>
          </p:nvPr>
        </p:nvSpPr>
        <p:spPr>
          <a:xfrm>
            <a:off x="362475" y="1071375"/>
            <a:ext cx="39372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Une fois que les meilleures villes sont repérées, il est possible d’utiliser les données de booking afin de repérer la localisation des 20 meilleurs hôtels de chacune des villes.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Cela permet de faire un choix éclairé, basé par exemple sur les quartiers que l’on souhaiterait visiter.</a:t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45" name="Google Shape;145;g3d6521bfe93_0_19"/>
          <p:cNvSpPr txBox="1"/>
          <p:nvPr>
            <p:ph idx="12" type="sldNum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46" name="Google Shape;146;g3d6521bfe93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075" y="0"/>
            <a:ext cx="3596351" cy="482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/>
          <p:nvPr/>
        </p:nvSpPr>
        <p:spPr>
          <a:xfrm>
            <a:off x="654529" y="1349809"/>
            <a:ext cx="300778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Scrapping de booking</a:t>
            </a: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-FR" sz="1200"/>
              <a:t>fonctionnel, mais pas susceptible aux changements d’affichage.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Récupération des données météo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-FR" sz="1200"/>
              <a:t>via API, stable.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dk1"/>
                </a:solidFill>
              </a:rPr>
              <a:t>Stockage des données en ligne:</a:t>
            </a:r>
            <a:endParaRPr b="1" sz="1200">
              <a:solidFill>
                <a:schemeClr val="dk1"/>
              </a:solidFill>
            </a:endParaRPr>
          </a:p>
          <a:p>
            <a:pPr indent="-304800" lvl="1" marL="495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fr-FR" sz="1200">
                <a:solidFill>
                  <a:schemeClr val="dk1"/>
                </a:solidFill>
              </a:rPr>
              <a:t>Données brutes en datalake s3.</a:t>
            </a:r>
            <a:endParaRPr b="1" sz="1200">
              <a:solidFill>
                <a:schemeClr val="dk1"/>
              </a:solidFill>
            </a:endParaRPr>
          </a:p>
          <a:p>
            <a:pPr indent="-304800" lvl="1" marL="495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fr-FR" sz="1200">
                <a:solidFill>
                  <a:schemeClr val="dk1"/>
                </a:solidFill>
              </a:rPr>
              <a:t>Données nettoyées en data warehouse NeonDB</a:t>
            </a:r>
            <a:endParaRPr b="1" sz="1200">
              <a:solidFill>
                <a:schemeClr val="dk1"/>
              </a:solidFill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Génération des cartes</a:t>
            </a: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/>
              <a:t>à partir des données récupérée en ligne pour aider à la décision.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912911" y="1349809"/>
            <a:ext cx="376771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Amélioration du scrapping</a:t>
            </a:r>
            <a:r>
              <a:rPr lang="fr-FR" sz="1200"/>
              <a:t> (beautiful soup, Selenium) pour pouvoir interagir plus aisément avec le site. </a:t>
            </a:r>
            <a:endParaRPr sz="1200"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Amélioration de la structure de base de données</a:t>
            </a:r>
            <a:r>
              <a:rPr lang="fr-FR" sz="1200"/>
              <a:t> (création de liens) pour faciliter le requêtage.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63375" y="1061359"/>
            <a:ext cx="576900" cy="576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0004" y="1144627"/>
            <a:ext cx="375496" cy="3777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2"/>
          <p:cNvGrpSpPr/>
          <p:nvPr/>
        </p:nvGrpSpPr>
        <p:grpSpPr>
          <a:xfrm>
            <a:off x="4647650" y="1061359"/>
            <a:ext cx="1522339" cy="576900"/>
            <a:chOff x="4647650" y="1061359"/>
            <a:chExt cx="1522339" cy="576900"/>
          </a:xfrm>
        </p:grpSpPr>
        <p:sp>
          <p:nvSpPr>
            <p:cNvPr id="159" name="Google Shape;159;p12"/>
            <p:cNvSpPr/>
            <p:nvPr/>
          </p:nvSpPr>
          <p:spPr>
            <a:xfrm>
              <a:off x="4647650" y="1061359"/>
              <a:ext cx="576900" cy="5769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2"/>
            <p:cNvSpPr txBox="1"/>
            <p:nvPr/>
          </p:nvSpPr>
          <p:spPr>
            <a:xfrm>
              <a:off x="4647650" y="1134365"/>
              <a:ext cx="152233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What’s</a:t>
              </a:r>
              <a:endParaRPr b="1" i="0" sz="10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next ?</a:t>
              </a:r>
              <a:endParaRPr/>
            </a:p>
          </p:txBody>
        </p:sp>
      </p:grpSp>
      <p:sp>
        <p:nvSpPr>
          <p:cNvPr id="161" name="Google Shape;161;p12"/>
          <p:cNvSpPr/>
          <p:nvPr/>
        </p:nvSpPr>
        <p:spPr>
          <a:xfrm>
            <a:off x="3756838" y="2568491"/>
            <a:ext cx="1120102" cy="59653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Amélioration </a:t>
            </a:r>
            <a:r>
              <a:rPr b="1" lang="fr-FR" sz="1000">
                <a:solidFill>
                  <a:schemeClr val="lt1"/>
                </a:solidFill>
              </a:rPr>
              <a:t>structurelles</a:t>
            </a:r>
            <a:endParaRPr/>
          </a:p>
        </p:txBody>
      </p:sp>
      <p:sp>
        <p:nvSpPr>
          <p:cNvPr id="162" name="Google Shape;162;p12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/>
          <p:nvPr/>
        </p:nvSpPr>
        <p:spPr>
          <a:xfrm>
            <a:off x="1799442" y="3228155"/>
            <a:ext cx="1485799" cy="545226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1799442" y="3300713"/>
            <a:ext cx="14857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Ressources projet en annexes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14"/>
          <p:cNvCxnSpPr/>
          <p:nvPr/>
        </p:nvCxnSpPr>
        <p:spPr>
          <a:xfrm>
            <a:off x="1200757" y="3500768"/>
            <a:ext cx="569861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</cp:coreProperties>
</file>